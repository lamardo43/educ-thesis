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15"/>
  </p:notesMasterIdLst>
  <p:sldIdLst>
    <p:sldId id="256" r:id="rId2"/>
    <p:sldId id="257" r:id="rId3"/>
    <p:sldId id="262" r:id="rId4"/>
    <p:sldId id="264" r:id="rId5"/>
    <p:sldId id="265" r:id="rId6"/>
    <p:sldId id="263" r:id="rId7"/>
    <p:sldId id="266" r:id="rId8"/>
    <p:sldId id="267" r:id="rId9"/>
    <p:sldId id="268" r:id="rId10"/>
    <p:sldId id="269" r:id="rId11"/>
    <p:sldId id="271" r:id="rId12"/>
    <p:sldId id="270" r:id="rId13"/>
    <p:sldId id="258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Gilroy Bold" panose="00000800000000000000" charset="-52"/>
      <p:bold r:id="rId20"/>
    </p:embeddedFont>
    <p:embeddedFont>
      <p:font typeface="Gilroy Medium" panose="00000600000000000000" charset="-52"/>
      <p:regular r:id="rId21"/>
    </p:embeddedFont>
    <p:embeddedFont>
      <p:font typeface="Verdana" panose="020B0604030504040204" pitchFamily="34" charset="0"/>
      <p:regular r:id="rId22"/>
      <p:bold r:id="rId23"/>
      <p:italic r:id="rId24"/>
      <p:boldItalic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14" y="-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04.06.2024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830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204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70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8958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177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2647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218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586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72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33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1125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04.06.2024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04.06.2024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04.06.2024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04.06.2024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04.06.2024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04.06.2024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04.06.2024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04.06.2024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ВЫПУСКНАЯ КВАЛИФИКАЦИОННАЯ РАБОТА</a:t>
            </a: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76899" y="2951946"/>
            <a:ext cx="11887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РАЗРАБОТКА  ВЕБ-ПРИЛОЖЕНИЯ  ДЛЯ БРОНИРОВАНИЯ 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ТЕННИСНЫХ  КОРТОВ  В СПРОТКЛУБЕ  СМЭШ 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7373922" y="4597930"/>
            <a:ext cx="4221759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Студент: 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Иванов Иван Иванович, 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группа 111-111 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Научный руководитель: 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Петров Петр Петрович, </a:t>
            </a:r>
            <a:r>
              <a:rPr lang="ru-RU" sz="1800" dirty="0">
                <a:solidFill>
                  <a:schemeClr val="tx1"/>
                </a:solidFill>
                <a:latin typeface="Gilroy Medium" panose="00000600000000000000" charset="-52"/>
              </a:rPr>
              <a:t>к.т.н.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Москва, 4 июня 2024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2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339754" y="6232725"/>
            <a:ext cx="8434457" cy="48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ИВАНОВ ИВАН ИВАНОВИЧ,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201-321,  04.06.2024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ВЕБ-ПРИЛОЖЕНИЯ ДЛЯ БРОНИРОВАНИЯ ТЕННИСНЫХ КОРТОВ В СПРОТКЛУБЕ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СМЭШ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               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39754" y="353566"/>
            <a:ext cx="44797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Bold" panose="00000800000000000000" pitchFamily="2" charset="-52"/>
                <a:ea typeface="+mj-ea"/>
                <a:cs typeface="+mj-cs"/>
              </a:rPr>
              <a:t>Актуальность работы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16986" y="6186956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3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2">
                    <a:lumMod val="25000"/>
                  </a:schemeClr>
                </a:solidFill>
                <a:latin typeface="Gilroy Bold" panose="00000800000000000000" pitchFamily="2" charset="-52"/>
                <a:ea typeface="+mj-ea"/>
                <a:cs typeface="+mj-cs"/>
              </a:rPr>
              <a:t>Цели и задачи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ilroy Bold" panose="00000800000000000000" pitchFamily="2" charset="-52"/>
                <a:ea typeface="+mj-ea"/>
                <a:cs typeface="+mj-cs"/>
              </a:rPr>
              <a:t> работы</a:t>
            </a:r>
            <a:endParaRPr lang="ru-RU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318230" y="6249101"/>
            <a:ext cx="10916724" cy="48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ИВАНОВ ИВАН ИВАНОВИЧ,  201-321,  04.06.2024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 ВЕБ-ПРИЛОЖЕНИЯ  ДЛЯ  БРОНИРОВАНИЯ  ТЕННИСНЫХ  КОРТОВ  В  СПРОТКЛУБЕ  СМЭШ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394729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4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Заголовок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BE14B-182A-4966-B033-9B3029F87F3A}"/>
              </a:ext>
            </a:extLst>
          </p:cNvPr>
          <p:cNvSpPr txBox="1"/>
          <p:nvPr/>
        </p:nvSpPr>
        <p:spPr>
          <a:xfrm>
            <a:off x="319030" y="6261920"/>
            <a:ext cx="7633733" cy="483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ИВАНОВ ИВАН ИВАНОВИЧ,  201-321, 04.06.2024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 ВЕБ-ПРИЛОЖЕНИЯ  ДЛЯ  БРОНИРОВАНИЯ  ТЕННИСНЫХ  КОРТОВ  В  СПРОТКЛУБЕ 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СМЭШ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763263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5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Заголовок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319030" y="6241022"/>
            <a:ext cx="10916724" cy="48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ИВАНОВ ИВАН ИВАНОВИЧ,  201-321,  04.06.2024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РАЗРАБОТКА ВЕБ-ПРИЛОЖЕНИЯ ДЛЯ БРОНИРОВАНИЯ ТЕННИСНЫХ КОРТОВ В СПРОТКЛУБЕ СМЭШ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086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83431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6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13491" y="512061"/>
            <a:ext cx="11169940" cy="82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Программные и технические средства </a:t>
            </a:r>
          </a:p>
          <a:p>
            <a:pPr>
              <a:lnSpc>
                <a:spcPts val="2800"/>
              </a:lnSpc>
            </a:pPr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разработки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92519" y="6236733"/>
            <a:ext cx="10916724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ИВАНОВ ИВАН ИВАНОВИЧ,  201-321,  04.06.2024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ВЕБ-ПРИЛОЖЕНИЯ ДЛЯ БРОНИРОВАНИЯ ТЕННИСНЫХ КОРТОВ В СПРОТКЛУБЕ СМЭШ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541201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7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Заголовок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10669" y="6220736"/>
            <a:ext cx="10916724" cy="48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ИВАНОВ ИВАН ИВАНОВИЧ,  201-321,  04.06.2024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ВЕБ-ПРИЛОЖЕНИЯ ДЛЯ БРОНИРОВАНИЯ ТЕННИСНЫХ КОРТОВ В СПРОТКЛУБЕ СМЭШ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7689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8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Заголовок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06509" y="6224338"/>
            <a:ext cx="10916724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ИВАНОВ ИВАН ИВАНОВИЧ,  201-321,  04.06.2024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ВЕБ-ПРИЛОЖЕНИЯ ДЛЯ БРОНИРОВАНИЯ ТЕННИСНЫХ КОРТОВ В СПРОТКЛУБЕ СМЭШ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248766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9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Заголовок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72891" y="6173172"/>
            <a:ext cx="10916724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ИВАНОВ ИВАН ИВАНОВИЧ,  201-321,  04.06.2024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ВЕБ-ПРИЛОЖЕНИЯ ДЛЯ БРОНИРОВАНИЯ ТЕННИСНЫХ КОРТОВ В СПРОТКЛУБЕ СМЭШ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523348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308360" y="6212686"/>
            <a:ext cx="656889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10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Заголовок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26751" y="6203808"/>
            <a:ext cx="10916724" cy="48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ИВАНОВ ИВАН ИВАНОВИЧ,  201-321,  04.06.2024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РАЗРАБОТКА ВЕБ-ПРИЛОЖЕНИЯ ДЛЯ БРОНИРОВАНИЯ ТЕННИСНЫХ КОРТОВ В СПРОТКЛУБЕ СМЭШ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828556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299972" y="6186955"/>
            <a:ext cx="811536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11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Выводы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57413" y="6199007"/>
            <a:ext cx="10916724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ИВАНОВ ИВАН ИВАНОВИЧ,  201-321,  04.06.2024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ВЕБ-ПРИЛОЖЕНИЯ ДЛЯ БРОНИРОВАНИЯ ТЕННИСНЫХ КОРТОВ В СПРОТКЛУБЕ СМЭШ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65164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39362" y="6207612"/>
            <a:ext cx="635192" cy="574701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12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Заключение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28948" y="6225368"/>
            <a:ext cx="10916724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ИВАНОВ ИВАН ИВАНОВИЧ,  201-321,  04.06.2024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ВЕБ-ПРИЛОЖЕНИЯ ДЛЯ БРОНИРОВАНИЯ ТЕННИСНЫХ КОРТОВ В СПРОТКЛУБЕ СМЭШ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655211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55688" y="705942"/>
            <a:ext cx="12502191" cy="428760"/>
          </a:xfrm>
        </p:spPr>
        <p:txBody>
          <a:bodyPr>
            <a:noAutofit/>
          </a:bodyPr>
          <a:lstStyle/>
          <a:p>
            <a:r>
              <a:rPr lang="ru-RU" sz="2800" dirty="0"/>
              <a:t>С п а с и б о    з а   в н и м а н </a:t>
            </a:r>
            <a:r>
              <a:rPr lang="ru-RU" sz="2800"/>
              <a:t>и е ! </a:t>
            </a: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462F7-B2A7-4E4D-8555-1647177CEEFC}"/>
              </a:ext>
            </a:extLst>
          </p:cNvPr>
          <p:cNvSpPr txBox="1"/>
          <p:nvPr/>
        </p:nvSpPr>
        <p:spPr>
          <a:xfrm>
            <a:off x="7087263" y="4348563"/>
            <a:ext cx="4389538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Студент: </a:t>
            </a:r>
          </a:p>
          <a:p>
            <a:pPr marL="0" marR="0" lvl="0" indent="0" algn="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Иванов Иван Иванович, группа 111-111 </a:t>
            </a:r>
          </a:p>
          <a:p>
            <a:pPr marL="0" marR="0" lvl="0" indent="0" algn="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Научный руководитель: </a:t>
            </a:r>
          </a:p>
          <a:p>
            <a:pPr marL="0" marR="0" lvl="0" indent="0" algn="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Петров Петр Петрович, к.т.н.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Москва, 4 июня 2024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434420" y="2951946"/>
            <a:ext cx="96548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РАЗРАБОТКА  ВЕБ-ПРИЛОЖЕНИЯ  ДЛЯ БРОНИРОВАНИЯ 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ТЕННИСНЫХ  КОРТОВ  В СПРОТКЛУБЕ  СМЭШ 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Shablon_Moscow_Poly_v3</Template>
  <TotalTime>543</TotalTime>
  <Words>328</Words>
  <Application>Microsoft Office PowerPoint</Application>
  <PresentationFormat>Широкоэкранный</PresentationFormat>
  <Paragraphs>79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Calibri</vt:lpstr>
      <vt:lpstr>Arial</vt:lpstr>
      <vt:lpstr>Verdana</vt:lpstr>
      <vt:lpstr>Gilroy Medium</vt:lpstr>
      <vt:lpstr>Gilroy Bold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 п а с и б о    з а   в н и м а н и е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Veronika Natur</dc:creator>
  <cp:lastModifiedBy>Veronika Natur</cp:lastModifiedBy>
  <cp:revision>36</cp:revision>
  <dcterms:created xsi:type="dcterms:W3CDTF">2024-05-27T20:04:35Z</dcterms:created>
  <dcterms:modified xsi:type="dcterms:W3CDTF">2024-06-04T12:05:06Z</dcterms:modified>
</cp:coreProperties>
</file>
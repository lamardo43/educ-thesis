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Aptos Narrow" panose="020B0004020202020204" pitchFamily="34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4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630" y="342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29.05.2026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29.05.2026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29.05.2026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29.05.2026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29.05.2026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29.05.2026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29.05.2026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29.05.2026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JAR/WAR-процессов;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;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Linux;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импортозамещения.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анализ предметной области и существующих подходов.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Спроектировать архитектуру программного комплекса.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Обосновать выбор технологического стека.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Реализовать систему хранения конфигураций и контроля состояний.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тестирование в среде ОС Astra Linux.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336DC11-6039-E2E6-AD68-0E377D16C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073065"/>
            <a:ext cx="7560404" cy="5060464"/>
          </a:xfrm>
          <a:prstGeom prst="rect">
            <a:avLst/>
          </a:prstGeom>
        </p:spPr>
      </p:pic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222" y="2355405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59" y="1258790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73" y="3750673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125" y="5166892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9126" y="1534238"/>
            <a:ext cx="6198469" cy="4518969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77903"/>
              </p:ext>
            </p:extLst>
          </p:nvPr>
        </p:nvGraphicFramePr>
        <p:xfrm>
          <a:off x="201584" y="1071868"/>
          <a:ext cx="5331708" cy="48944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275893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2344615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Учётная запись </a:t>
                      </a:r>
                      <a:r>
                        <a:rPr lang="en-US" sz="1200" u="none" strike="noStrike" dirty="0">
                          <a:effectLst/>
                        </a:rPr>
                        <a:t>SSH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UUID </a:t>
                      </a:r>
                      <a:r>
                        <a:rPr lang="ru-RU" sz="1200" u="none" strike="noStrike" dirty="0">
                          <a:effectLst/>
                        </a:rPr>
                        <a:t>учётных записей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String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Счётчик</a:t>
                      </a:r>
                      <a:r>
                        <a:rPr lang="en-US" sz="1200" u="none" strike="noStrike" dirty="0">
                          <a:effectLst/>
                        </a:rPr>
                        <a:t> Rate Limiter (с TTL)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SSH/SFTP;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График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4D3A63-67A0-38E0-F789-B8AE9C308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" t="1189" r="23539" b="1623"/>
          <a:stretch/>
        </p:blipFill>
        <p:spPr>
          <a:xfrm>
            <a:off x="457200" y="1659284"/>
            <a:ext cx="5990688" cy="415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4" name="Рисунок 3" descr="Изображение выглядит как текст, диаграмма, снимок экран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4A0CBAD-5AC8-3BE7-31EC-E2ABAB338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4488" y="1206979"/>
            <a:ext cx="5629275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CA95D3-A3D5-12BC-47DC-7F8B40BF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443" y="1384300"/>
            <a:ext cx="7324973" cy="47255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B23D4B4-8109-651F-C3BF-646169597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58" y="1384300"/>
            <a:ext cx="3478692" cy="472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8" name="Рисунок 7" descr="Изображение выглядит как текст, снимок экрана, График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BC9D771-3416-C5EC-0613-B2FF6FA0D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" t="953" b="715"/>
          <a:stretch/>
        </p:blipFill>
        <p:spPr>
          <a:xfrm>
            <a:off x="5446283" y="1660838"/>
            <a:ext cx="6406674" cy="3904144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644B028-7817-16DE-B4B7-8B80FDB41158}"/>
              </a:ext>
            </a:extLst>
          </p:cNvPr>
          <p:cNvSpPr/>
          <p:nvPr/>
        </p:nvSpPr>
        <p:spPr>
          <a:xfrm>
            <a:off x="5378824" y="1659286"/>
            <a:ext cx="155388" cy="3904144"/>
          </a:xfrm>
          <a:prstGeom prst="rect">
            <a:avLst/>
          </a:prstGeom>
          <a:solidFill>
            <a:srgbClr val="E7E4E0"/>
          </a:solidFill>
          <a:ln>
            <a:solidFill>
              <a:srgbClr val="E7E4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68C8FC-B339-99EE-C299-363703B54D1B}"/>
              </a:ext>
            </a:extLst>
          </p:cNvPr>
          <p:cNvSpPr txBox="1"/>
          <p:nvPr/>
        </p:nvSpPr>
        <p:spPr>
          <a:xfrm rot="16200000">
            <a:off x="4350470" y="3459964"/>
            <a:ext cx="21916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/>
              <a:t>Вносимая задержка этапом</a:t>
            </a:r>
          </a:p>
        </p:txBody>
      </p:sp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405284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 при нагрузке до 500 RPS;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отклонение 0,13% от теоретического лимита;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Впервые реализовано централизованное управление с индивидуальным Rate </a:t>
            </a:r>
            <a:r>
              <a:rPr lang="ru-RU" dirty="0" err="1"/>
              <a:t>Limiting</a:t>
            </a:r>
            <a:r>
              <a:rPr lang="ru-RU" dirty="0"/>
              <a:t> и </a:t>
            </a:r>
            <a:r>
              <a:rPr lang="ru-RU" dirty="0" err="1"/>
              <a:t>агентно</a:t>
            </a:r>
            <a:r>
              <a:rPr lang="ru-RU" dirty="0"/>
              <a:t>-независимым SSH/SCP-взаимодействием без ПО на целевых узла</a:t>
            </a:r>
            <a:r>
              <a:rPr lang="en-US" dirty="0"/>
              <a:t>;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артефактов;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957</TotalTime>
  <Words>928</Words>
  <Application>Microsoft Office PowerPoint</Application>
  <PresentationFormat>Широкоэкранный</PresentationFormat>
  <Paragraphs>206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Arial</vt:lpstr>
      <vt:lpstr>Calibri</vt:lpstr>
      <vt:lpstr>Gilroy Medium</vt:lpstr>
      <vt:lpstr>Aptos Narrow</vt:lpstr>
      <vt:lpstr>Verdana</vt:lpstr>
      <vt:lpstr>Gilroy Bold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47</cp:revision>
  <dcterms:created xsi:type="dcterms:W3CDTF">2024-05-27T20:04:35Z</dcterms:created>
  <dcterms:modified xsi:type="dcterms:W3CDTF">2026-05-29T12:16:18Z</dcterms:modified>
</cp:coreProperties>
</file>
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Aptos Narrow" panose="020B0004020202020204" pitchFamily="34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60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22.05.2026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22.05.2026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22.05.2026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22.05.2026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22.05.2026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22.05.2026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22.05.2026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22.05.2026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22.05.2026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подходов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Спроектировать архитектуру программного комплекса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Обосновать выбор технологического стека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Реализовать систему хранения конфигураций и контроля состояний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тестирование в среде ОС Astra Linux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8" name="Рисунок 7" descr="Изображение выглядит как текст, снимок экрана, Шриф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AAAA8-EB26-EB61-1803-37F426256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623" r="1301" b="2469"/>
          <a:stretch/>
        </p:blipFill>
        <p:spPr>
          <a:xfrm>
            <a:off x="493057" y="1121404"/>
            <a:ext cx="7712635" cy="503228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848" y="1544028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6557" y="5263113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311" y="3290777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16" y="4952797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035" y="1247410"/>
            <a:ext cx="6763418" cy="4930843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898435"/>
              </p:ext>
            </p:extLst>
          </p:nvPr>
        </p:nvGraphicFramePr>
        <p:xfrm>
          <a:off x="209176" y="1247410"/>
          <a:ext cx="4542117" cy="484858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3930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94148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1514039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Set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>
                          <a:effectLst/>
                        </a:rPr>
                        <a:t>Учётная запись </a:t>
                      </a:r>
                      <a:r>
                        <a:rPr lang="en-US" sz="1200" u="none" strike="noStrike">
                          <a:effectLst/>
                        </a:rPr>
                        <a:t>SSH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Set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>
                          <a:effectLst/>
                        </a:rPr>
                        <a:t>Множество </a:t>
                      </a:r>
                      <a:r>
                        <a:rPr lang="en-US" sz="1200" u="none" strike="noStrike">
                          <a:effectLst/>
                        </a:rPr>
                        <a:t>UUID </a:t>
                      </a:r>
                      <a:r>
                        <a:rPr lang="ru-RU" sz="1200" u="none" strike="noStrike">
                          <a:effectLst/>
                        </a:rPr>
                        <a:t>учётных записей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String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Счётчик Rate Limiter (с TTL)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396" marR="5396" marT="5396" marB="0" anchor="b"/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Граф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CE38F7F-E48C-9123-6382-1AB58F7F6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64" r="23981" b="4588"/>
          <a:stretch/>
        </p:blipFill>
        <p:spPr>
          <a:xfrm>
            <a:off x="1162424" y="2045369"/>
            <a:ext cx="4933576" cy="305256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16" name="Рисунок 15" descr="Изображение выглядит как текст, диаграмма, снимок экрана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E3491A9-48E7-593B-2B39-431348846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09"/>
          <a:stretch/>
        </p:blipFill>
        <p:spPr>
          <a:xfrm>
            <a:off x="193420" y="1343223"/>
            <a:ext cx="11091411" cy="461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8" name="Рисунок 7" descr="Изображение выглядит как снимок экрана, текст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E465F4B-2EBA-AED5-FE23-0B26601860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45" t="16332" r="37598" b="16380"/>
          <a:stretch/>
        </p:blipFill>
        <p:spPr>
          <a:xfrm>
            <a:off x="585694" y="1122029"/>
            <a:ext cx="3663577" cy="4989165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217A559-9D78-C0DC-05A9-C855890DBD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841"/>
          <a:stretch/>
        </p:blipFill>
        <p:spPr>
          <a:xfrm>
            <a:off x="4521355" y="1290990"/>
            <a:ext cx="7264079" cy="465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4DAF39F-C49B-1916-F851-A0E5D7632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222" y="1702623"/>
            <a:ext cx="6207157" cy="386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659284"/>
            <a:ext cx="11344245" cy="3775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 при нагрузке до 500 RPS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отклонение 0,13% от теоретического лимита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835</TotalTime>
  <Words>885</Words>
  <Application>Microsoft Office PowerPoint</Application>
  <PresentationFormat>Широкоэкранный</PresentationFormat>
  <Paragraphs>204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Gilroy Medium</vt:lpstr>
      <vt:lpstr>Gilroy Bold</vt:lpstr>
      <vt:lpstr>Verdana</vt:lpstr>
      <vt:lpstr>Aptos Narrow</vt:lpstr>
      <vt:lpstr>Arial</vt:lpstr>
      <vt:lpstr>Calibri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44</cp:revision>
  <dcterms:created xsi:type="dcterms:W3CDTF">2024-05-27T20:04:35Z</dcterms:created>
  <dcterms:modified xsi:type="dcterms:W3CDTF">2026-05-22T13:05:56Z</dcterms:modified>
</cp:coreProperties>
</file>